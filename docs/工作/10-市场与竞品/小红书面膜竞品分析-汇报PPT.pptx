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均互动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A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选购攻略/合集</c:v>
                  </c:pt>
                  <c:pt idx="1">
                    <c:v>比价/薅羊毛</c:v>
                  </c:pt>
                  <c:pt idx="2">
                    <c:v>测评/体验</c:v>
                  </c:pt>
                  <c:pt idx="3">
                    <c:v>购物vlog/开箱</c:v>
                  </c:pt>
                  <c:pt idx="4">
                    <c:v>其他/泛护肤</c:v>
                  </c:pt>
                  <c:pt idx="5">
                    <c:v>场景种草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1520</c:v>
                </c:pt>
                <c:pt idx="1">
                  <c:v>1264</c:v>
                </c:pt>
                <c:pt idx="2">
                  <c:v>431</c:v>
                </c:pt>
                <c:pt idx="3">
                  <c:v>428</c:v>
                </c:pt>
                <c:pt idx="4">
                  <c:v>53</c:v>
                </c:pt>
                <c:pt idx="5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A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A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A707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8A7076"/>
                </a:solidFill>
                <a:latin typeface="Calibri"/>
              </a:rPr>
              <a:t>按声量占比%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声量占比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bubble3D val="0"/>
            <c:spPr>
              <a:solidFill>
                <a:srgbClr val="C79A5B"/>
              </a:solidFill>
              <a:effectLst/>
            </c:spPr>
          </c:dPt>
          <c:dPt>
            <c:idx val="3"/>
            <c:bubble3D val="0"/>
            <c:spPr>
              <a:solidFill>
                <a:srgbClr val="C6A9AF"/>
              </a:solidFill>
              <a:effectLst/>
            </c:spPr>
          </c:dPt>
          <c:dPt>
            <c:idx val="4"/>
            <c:bubble3D val="0"/>
            <c:spPr>
              <a:solidFill>
                <a:srgbClr val="8A707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美妆护肤垂类</c:v>
                </c:pt>
                <c:pt idx="1">
                  <c:v>在日/代购·资讯</c:v>
                </c:pt>
                <c:pt idx="2">
                  <c:v>好物/购物分享</c:v>
                </c:pt>
                <c:pt idx="3">
                  <c:v>泛生活素人KOC</c:v>
                </c:pt>
                <c:pt idx="4">
                  <c:v>专业/医生成分党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</c:v>
                </c:pt>
                <c:pt idx="1">
                  <c:v>21</c:v>
                </c:pt>
                <c:pt idx="2">
                  <c:v>19</c:v>
                </c:pt>
                <c:pt idx="3">
                  <c:v>9</c:v>
                </c:pt>
                <c:pt idx="4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4206240" cy="4206240"/>
          </a:xfrm>
          <a:prstGeom prst="ellipse">
            <a:avLst/>
          </a:prstGeom>
          <a:solidFill>
            <a:srgbClr val="5E274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小红书面膜竞品分析 · Quality 1st 内容策略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3611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竞品对标框架  ·  Lululun 笔记深度拆解(87篇)  ·  可执行选题库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  |  市场与竞品 · 面膜代运营线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三步走：从竞品到自有打法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842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64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竞品对标框架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0" y="176479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10维度系统拆解，锁定分析对象与目的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401568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82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Lululun 深度拆解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0" y="318211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87篇笔记：分类表现·爆文公式·话题词·博主与人群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818888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599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1st 行动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86400" y="459943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5大爆款选题 + 标题 + 标签矩阵 + 合规基线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竞品分析框架 · 从哪几点出发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先定对象与目的，再逐维度拆解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品牌/账号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矩阵·粉丝·定位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产品/爆品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主推SKU·卖点·价格带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内容(核心)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爆文·标题·关键词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982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达人/投放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KOC结构·报备·节奏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价格/转化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促销·闭环·导流合规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749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52044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口碑洞察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好评点·差评切口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093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合规红线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化妆品功效·特证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15400" y="3749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5256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⑧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0982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数据/产出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9828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工具·对标表·SWOT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优先级：先看 ③内容 与 ⑥口碑软肋 —— 最快反推差异化打法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Lululun 数据总览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 87 篇抓取笔记 · 数据源 202607310955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5E274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笔记总数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82图文 + 5视频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5E274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194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3756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独立博主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素人KOC铺量为主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5E274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194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最高点赞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单篇爆文碾压长尾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5E274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2194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6×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91540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爆款品类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52560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攻略合集均互动/大盘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中位互动远低于均值 → 少数爆文贡献绝大部分声量，长尾是低效铺量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笔记分类表现 · 只有一类真爆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按标题意图分6类，均互动排序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09560" y="237744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「怎么选 / 一篇看懂」攻略合集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均互动1520，是大盘的6倍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情绪化场景种草(熬夜/妆前)反而最弱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火力应集中在攻略型可收藏干货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爆文拆解 · 可直接抄的公式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Top6 爆文共性提炼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🇯🇵国旗 + 品牌 + 『怎么选/一篇看懂/不踩雷』 + 『平价/最便宜』钩子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80944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809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封面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816352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大字报式：产品平铺实拍 + 超大标题字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51376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513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986784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权威背书(Cosme大赏/连续6年TOP1) → 按颜色/肤质/年龄逐款讲 → 功效+成分 → 场景 → 话题堆叠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32180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218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图片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5157216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多图是硬门槛：7张+均互动895，1张仅22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话题词 &amp; 长尾意图词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用户搜索需求高度集中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高频话题词 #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#lululun面膜 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011680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#面膜分享 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29100" y="2011680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4229100" y="2011680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#面膜测评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B98A9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#补水面膜 14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25980" y="2578608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B98A94"/>
          </a:solidFill>
          <a:ln/>
        </p:spPr>
      </p:sp>
      <p:sp>
        <p:nvSpPr>
          <p:cNvPr id="14" name="Text 12"/>
          <p:cNvSpPr/>
          <p:nvPr/>
        </p:nvSpPr>
        <p:spPr>
          <a:xfrm>
            <a:off x="2125980" y="2578608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#保湿面膜 12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2578608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C79A5B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578608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#日本面膜 12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145536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C6A9A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45536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#宝藏面膜 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25980" y="3145536"/>
            <a:ext cx="1303020" cy="438912"/>
          </a:xfrm>
          <a:prstGeom prst="roundRect">
            <a:avLst>
              <a:gd name="adj" fmla="val 50000"/>
            </a:avLst>
          </a:prstGeom>
          <a:solidFill>
            <a:srgbClr val="C6A9AF"/>
          </a:solidFill>
          <a:ln/>
        </p:spPr>
      </p:sp>
      <p:sp>
        <p:nvSpPr>
          <p:cNvPr id="20" name="Text 18"/>
          <p:cNvSpPr/>
          <p:nvPr/>
        </p:nvSpPr>
        <p:spPr>
          <a:xfrm>
            <a:off x="2125980" y="3145536"/>
            <a:ext cx="1303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#面膜推荐 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3145536"/>
            <a:ext cx="1335024" cy="438912"/>
          </a:xfrm>
          <a:prstGeom prst="roundRect">
            <a:avLst>
              <a:gd name="adj" fmla="val 50000"/>
            </a:avLst>
          </a:prstGeom>
          <a:solidFill>
            <a:srgbClr val="C79A5B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1455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#日本药妆店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12464"/>
            <a:ext cx="1211580" cy="438912"/>
          </a:xfrm>
          <a:prstGeom prst="roundRect">
            <a:avLst>
              <a:gd name="adj" fmla="val 50000"/>
            </a:avLst>
          </a:prstGeom>
          <a:solidFill>
            <a:srgbClr val="C79A5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12464"/>
            <a:ext cx="12115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#平价面膜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55448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长尾意图词(标题)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0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决策型搜索最强·选题金矿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889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平价 / 便宜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2889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核心价格心智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12280" y="3538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药妆店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35387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渠道/哪买锚点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12280" y="4187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0" y="41879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原产地信任背书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12280" y="4837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不踩雷 / 看懂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0" y="48371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避雷+一站式攻略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12280" y="5486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回购 / 必买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0" y="5486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复购信任·清单种草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博主类型 · 谁在帮它种草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声量引擎是美妆垂类，不是代购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29400" y="207568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1847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美妆护肤垂类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0" y="22128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18篇→48%声量，爆文引擎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85292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3191256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在日/代购·资讯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40880" y="332841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25篇最多但单篇弱，做正品背书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396849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4306824"/>
            <a:ext cx="274320" cy="27432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0" y="4078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好物/购物分享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40880" y="44439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泛vlog带货，靠个别爆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508406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5422392"/>
            <a:ext cx="274320" cy="274320"/>
          </a:xfrm>
          <a:prstGeom prst="ellipse">
            <a:avLst/>
          </a:prstGeom>
          <a:solidFill>
            <a:srgbClr val="3A2A30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无头部大KOL集中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40880" y="555955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中腰部+素人自来水 → 门槛在选题不在预算，可复制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客户人群画像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内容在对谁说话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4E1C3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18–40岁女性 · 价格敏感(学生党+职场性价比党) · 按肤质(干皮为主)与场景选购的日系平价面膜用户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10896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女性主导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男生护肤=蓝海空当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834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310896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25+抗初老 &amp; 40+熟龄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一头自用一头送礼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10896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肤质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干皮最多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油皮/敏感次之·痘肌少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2834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310896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场景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妆前 · 熬夜急救 · 赴日伴手礼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9828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价格标签最强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 Quality 1st 的启示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竞品高度重叠 → 可直接争夺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主攻攻略合集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做『怎么选/不同肤质』多图干货，对标最强品类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抢视频洼地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1762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全站仅5条视频，测评/上脸短视频差异化抢位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9359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300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借势横评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7124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『Lululun vs Quality 1st 怎么选』蹭其搜索流量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13639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59359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建速查钩子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7124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按颜色/肤质对号入座，做记忆点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2978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48371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卡蓝海人群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24865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男生护肤 / 痘肌友好，竞品少人做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67258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8A707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129784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48371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合规先行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24865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面膜=化妆品，禁疗效词·禁站外导流·美白需特证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1st · 5大爆款选题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复制已验证打法 + 卡竞品空当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5E27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5376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攻略合集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🥇主力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『皇后面膜怎么选·一篇不踩雷』多图合集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5E274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6243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肤质速查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26243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624328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干皮油皮敏感肌对号入座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5E274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30752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55701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平价薅羊毛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206240" y="355701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3557016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回购N次·一片不到X元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8970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5E27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48970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妆前/熬夜视频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206240" y="44897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4489704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早八急救·抢视频洼地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2239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5E274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596128"/>
            <a:ext cx="457200" cy="457200"/>
          </a:xfrm>
          <a:prstGeom prst="ellipse">
            <a:avLst/>
          </a:prstGeom>
          <a:solidFill>
            <a:srgbClr val="C79A5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596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63040" y="54223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男生/痘肌友好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206240" y="542239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542239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便宜大碗·占空当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执行优先级 &amp; 下一步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783080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C79A5B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攻略合集成稿(已备)→ 出图 → 首发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834640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跟上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肤质速查 + 妆前/熬夜短视频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3886200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ECE2D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86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平价薅羊毛 + 男生/痘肌差异化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4937760"/>
            <a:ext cx="1554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937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4892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真实SKU/成分/价格 · 封面模板 · 合规词表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合规基线：禁疗效/医疗词 · 美白祛斑需特证 · 小红书禁站外硬导流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2026-07-31T06:01:33Z</dcterms:created>
  <dcterms:modified xsi:type="dcterms:W3CDTF">2026-07-31T06:01:33Z</dcterms:modified>
</cp:coreProperties>
</file>