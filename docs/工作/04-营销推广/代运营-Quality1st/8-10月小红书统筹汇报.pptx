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3840480" cy="3840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8–10月 小红书统筹汇报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为双11蓄水收割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 |   2026-07-30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站外广告 · 站内广告 统筹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  <a:effectLst>
            <a:outerShdw sx="100000" sy="100000" kx="0" ky="0" algn="bl" rotWithShape="0" blurRad="101600" dist="25400" dir="5400000">
              <a:srgbClr val="BBBBBB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94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87万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日元 · 笔记(站外种草)预算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  <a:effectLst>
            <a:outerShdw sx="100000" sy="100000" kx="0" ky="0" algn="bl" rotWithShape="0" blurRad="1016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194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ROAS 2.0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32461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投产比稳定，可算账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  <a:effectLst>
            <a:outerShdw sx="100000" sy="100000" kx="0" ky="0" algn="bl" rotWithShape="0" blurRad="1016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194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双11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66760" y="32461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8–10月蓄水收割目标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solidFill>
            <a:srgbClr val="FBEEF1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一句话：8–10月是双11前的蓄水黄金期——用87万笔记种草蓄水、站内递增收割，全程ROAS≥2.0、周报透明、预算可止损。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|  8–10月小红书统筹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现状复盘 · 用数据说话</a:t>
            </a:r>
            <a:endParaRPr lang="en-US" sz="2600" dirty="0"/>
          </a:p>
        </p:txBody>
      </p:sp>
      <p:pic>
        <p:nvPicPr>
          <p:cNvPr id="5" name="Image 0" descr="/home/user/-/docs/工作/04-营销推广/代运营-Quality1st/01-月度销售vs广告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04088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600200"/>
            <a:ext cx="201168" cy="201168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全年计划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92440" y="1828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销售额 1200万 / 广告费 600万日元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0" y="2834640"/>
            <a:ext cx="201168" cy="201168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投产比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92440" y="3063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 ROAS 稳定 = 2.0（可算账）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0" y="4069080"/>
            <a:ext cx="201168" cy="201168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站外种草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92440" y="4297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集中在 1–5月前置蓄水，6月后停投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|  8–10月小红书统筹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 · 8–10月蓄水空档</a:t>
            </a:r>
            <a:endParaRPr lang="en-US" sz="2600" dirty="0"/>
          </a:p>
        </p:txBody>
      </p:sp>
      <p:pic>
        <p:nvPicPr>
          <p:cNvPr id="5" name="Image 0" descr="/home/user/-/docs/工作/04-营销推广/代运营-Quality1st/02-站外蓄水vs站内收割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04088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55448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BEEF1"/>
          </a:solidFill>
          <a:ln w="12700">
            <a:solidFill>
              <a:srgbClr val="B012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92440" y="21945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站外种草前置在 1–5月，6月后基本停投。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8–10月正是双11前的蓄水黄金期，却出现「蓄水空档」。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本次统筹核心：重启种草蓄水，为双11收割储备人群与爆文。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|  8–10月小红书统筹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策略主线 · 蓄水收割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3E6DB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蓄水启动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63240" y="2743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520440" y="23774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C79A3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2743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B012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3796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冲刺+双11蓄水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23960" y="2743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281160" y="23774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697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41832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大促收割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站外/笔记 = 蓄水（积累A3种草人群、爆文、口碑）；站内广告 = 收割（承接流量、大促转化）。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|  8–10月小红书统筹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笔记(站外种草)预算 · 87万日元</a:t>
            </a:r>
            <a:endParaRPr lang="en-US" sz="2600" dirty="0"/>
          </a:p>
        </p:txBody>
      </p:sp>
      <p:pic>
        <p:nvPicPr>
          <p:cNvPr id="5" name="Image 0" descr="/home/user/-/docs/工作/04-营销推广/代运营-Quality1st/03-8-10月预算分配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76656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55448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F4F5F6"/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分配逻辑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0" y="21945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头部32万 · 腰部27万 · KOC28万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KOC前置铺量蓄水 → 头部10月造势冲双11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重点：人群精准化、内容信任度、爆文率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87万仅笔记；站外广告、站内广告另计，待品牌方确认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|  8–10月小红书统筹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执行排期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3E6DB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 · 蓄水启动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定选品与达人名单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铺 KOC/腰部笔记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站外小额测人群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C79A3E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6459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 · 加热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24231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060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优质笔记加投聚光/薯条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A3人群蓄水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站内同步拉新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B0122C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6459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 · 冲刺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24231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6060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头部达人1–2场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站内直通车/引力魔方加码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双11预售页/机制蓄水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|  8–10月小红书统筹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与监控机制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37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ROAS ≥ 2.0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737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爆文率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052560" y="1737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0" y="1737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A3种草人群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2880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880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加购/收藏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2880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880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品牌搜索量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52560" y="2880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880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109960" cy="1097280"/>
          </a:xfrm>
          <a:prstGeom prst="roundRect">
            <a:avLst>
              <a:gd name="adj" fmla="val 8333"/>
            </a:avLst>
          </a:prstGeom>
          <a:solidFill>
            <a:srgbClr val="FBEEF1"/>
          </a:solidFill>
          <a:ln w="12700">
            <a:solidFill>
              <a:srgbClr val="B012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062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监控机制：周报（投放/销售/ROI）+ 双周复盘 + 大促前专项对齐 —— 数据透明，让品牌方随时看得到、放心。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|  8–10月小红书统筹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风险控制与合规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  <a:effectLst>
            <a:outerShdw sx="100000" sy="100000" kx="0" ky="0" algn="bl" rotWithShape="0" blurRad="88900" dist="25400" dir="54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148840"/>
            <a:ext cx="777240" cy="77724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预算止损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单条内容/计划设ROI阈值，低效及时关停调优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  <a:effectLst>
            <a:outerShdw sx="100000" sy="100000" kx="0" ky="0" algn="bl" rotWithShape="0" blurRad="88900" dist="25400" dir="540000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0" y="2148840"/>
            <a:ext cx="777240" cy="77724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43400" y="31089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小红书禁站外硬导流(天猫链接/微信)、违禁词(功效/极限词)统一审核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E7EA"/>
            </a:solidFill>
            <a:prstDash val="solid"/>
          </a:ln>
          <a:effectLst>
            <a:outerShdw sx="100000" sy="100000" kx="0" ky="0" algn="bl" rotWithShape="0" blurRad="88900" dist="25400" dir="54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09760" y="2148840"/>
            <a:ext cx="777240" cy="77724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138160" y="31089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灵活调优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预算按周表现动态微调，好的加码、差的收缩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面膜 · 代运营  |  8–10月小红书统筹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需品牌方 确认 / 配合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B012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站外广告、站内广告 8–10月各自预算量级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B0122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5603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双11大促机制 / 赠品 / 主推品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B0122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4290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头部达人人选与档期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B0122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42976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 / 主图 / 卖点素材配合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 · 数据支撑 · 责任到人 · 风险可控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2026-07-30T08:51:33Z</dcterms:created>
  <dcterms:modified xsi:type="dcterms:W3CDTF">2026-07-30T08:51:33Z</dcterms:modified>
</cp:coreProperties>
</file>