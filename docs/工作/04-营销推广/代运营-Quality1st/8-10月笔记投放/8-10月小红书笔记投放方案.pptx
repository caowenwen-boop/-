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023360" cy="402336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945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8–10月 小红书笔记投放方案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658368" y="3154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为双11蓄水 · 基于真实数据的六维策略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3840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DERMA LASER · 代运营   |   2026-07-31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执行摘要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≤87万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日元·3个月总盘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33756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~45万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33756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笔记种草(约45篇)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~42万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1792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直播/笔直(预留)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098280" y="10515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5款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098280" y="1691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DL系列面膜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468880"/>
            <a:ext cx="112471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女性90%+、25–49主力、高消费(L5+L4=71%)、一二线；小红书已购偏资深中产女性/家庭主妇。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lululun占「平价·补水·药妆店」，靠国内博主+多图选购攻略吃搜索(攻略均互动1520≈6倍)。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打法：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差异化打「高浓度VC精华·提亮·毛孔」，且与日本线下药妆店内容不同质(他们做购物囤货，我们做功效护肤)，为双11蓄水。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功效词分✅/⚠️/❌三档，禁美白/去黄/淡痘印/院线级/极限词与站外硬导流。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人群画像 · 真实后台数据</a:t>
            </a:r>
            <a:endParaRPr lang="en-US" sz="2400" dirty="0"/>
          </a:p>
        </p:txBody>
      </p:sp>
      <p:pic>
        <p:nvPicPr>
          <p:cNvPr id="3" name="Image 0" descr="/home/user/-/docs/工作/04-营销推广/代运营-Quality1st/8-10月笔记投放/03-人群画像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14400"/>
            <a:ext cx="11548872" cy="5257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测人群 · 4组种子人群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66160"/>
                <a:gridCol w="3108960"/>
                <a:gridCol w="310896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优先级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种子人群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数据依据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内容/卖点方向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25–34 都市职场女性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天猫年龄主力·高L5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提亮/补水/熬夜急救/妆前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P1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35–49 资深中产·家庭主妇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小红书已购主力·天猫30–49高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品质护理/维稳/抗初老感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成分党·高学历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本科及以上 81%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成分(VC/烟酰胺)/测评/对比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P3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学生·年轻党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天猫学生 11%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平价日常补水(看定价)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投放：P1两组重点先跑数据；P2成分党贯穿；P3看定价再决定。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竞品 lululun · 打法规律(样本87篇)</a:t>
            </a:r>
            <a:endParaRPr lang="en-US" sz="2400" dirty="0"/>
          </a:p>
        </p:txBody>
      </p:sp>
      <p:pic>
        <p:nvPicPr>
          <p:cNvPr id="3" name="Image 0" descr="/home/user/-/docs/工作/04-营销推广/代运营-Quality1st/8-10月笔记投放/01-lululun打法规律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97280"/>
            <a:ext cx="1005840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5321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选购攻略=爆文引擎(均互动1520≈6倍) · 7张+多图碾压(895vs22) · 视频洼地(824&gt;241) · 声量在国内博主(312vs77)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lululun · 关键词与爆文</a:t>
            </a:r>
            <a:endParaRPr lang="en-US" sz="2400" dirty="0"/>
          </a:p>
        </p:txBody>
      </p:sp>
      <p:pic>
        <p:nvPicPr>
          <p:cNvPr id="3" name="Image 0" descr="/home/user/-/docs/工作/04-营销推广/代运营-Quality1st/8-10月笔记投放/04-lululun话题词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731520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04672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 Top5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508760"/>
          <a:ext cx="3657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377440"/>
                <a:gridCol w="8229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日本药妆店平价面膜怎么选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6745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爆买8w｜平价面膜(视频)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3145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不同肤质怎么选lululun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2382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回购N次平价面膜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2064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这个店才是最便宜的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启示：功效词重「补水保湿」→ 我们切「提亮/毛孔」；长尾金矿=怎么选 / 不踩雷 / 按肤质选。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内容差异化 · 不与日本线下同质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日本线下药妆店在做「购物开箱/平价囤货/代购/怎么选」 → 所以中国小红书我们做「功效护肤/成分/场景解决方案」。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754880"/>
                <a:gridCol w="52120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日本线下药妆店(别人)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中国小红书(我方·差异化)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心智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药妆店热销/日本正品/平价好物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护肤功效/精华级/值得日常用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内容形式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购物开箱/囤货清单/代购/怎么选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功效测评/成分科普/场景解决方案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场景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在日本药妆店/旅游购物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熬夜急救/妆前/换季/日常护肤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便宜/日本买得到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高浓度VC/提亮/毛孔/进阶功效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建认知·信任背书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建护肤价值·种草转化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44068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核心传达：不是「去日本才买的平价片」，而是「值得纳入日常的高浓度精华面膜」。他们讲「在哪买·多便宜」，我们讲「为什么用·解决什么」。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笔记类型配比 · 护肤角度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爆文公式：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🇯🇵日本+怎么选/不踩雷+7图合集+按肤质分类+真人口吻。 </a:t>
            </a:r>
            <a:pPr indent="0" marL="0"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各类型统一走「护肤功效」角度，不做日本购物开箱(避免同质化)。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2377440"/>
                <a:gridCol w="50292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内容类型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篇数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达人层级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B·测评/回购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KOC/尾部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真人体感·信任·铺量主力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C·场景种草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KOC/腰部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熬夜/妆前/换季 · 含视频(洼地)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A·选购攻略/合集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腰部/头部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爆文引擎·7+图·按肤质选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D·开箱vlog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日本好物/药妆店场景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E·比价/囤货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组合装直播价·囤货划算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关键词库 · 功效词合规三档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291840"/>
                <a:gridCol w="42062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可用(安全)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软化后可用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 禁用(违规/需特证)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补水 · 保湿 · 服帖 · 不闷肤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成分名(VC/烟酰胺/神经酰胺)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3分钟 · 妆前 · 清爽 · 细腻 · 哑光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 · 细致毛孔(替收缩)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改善暗沉感 · 控油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透亮 · 匀净肤色感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美白 · 焕白 · 去黄 · 淡斑 · 淡痘印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抑黑 · 祛痘 · 修复受损 · 修护屏障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促胶原 · 抗老 · 院线级 · 断货王 · NO.1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507492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品牌词：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皇后的秘密·Quality 1st·黑钻VC100  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长尾金矿：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日本面膜怎么选·面膜不踩雷·VC面膜怎么选·油皮/敏感肌面膜推荐·神经酰胺面膜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SPU 设定 + 定价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1097280"/>
                <a:gridCol w="1737360"/>
                <a:gridCol w="91440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颜色(版)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官方名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日常价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直播价(2/6袋)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库存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差异定位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金色·标准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高浓度VC精华面膜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/ 40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提亮补水·走量爆款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黑钻·加强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黑钻VC100细毛孔面膜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 / 55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黑头净孔·差异化旗舰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黑银·加强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淡纹收毛孔水光肌面膜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 / 55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水光·细毛孔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深蓝·标准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神经酰胺修护保湿面膜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/ 40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50*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维稳补水·换季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银色·标准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高浓度VC速效面膜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/ 40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50*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提亮(⚠️美白慎)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主推：金色+黑银走量 · 黑钻VC100内容旗舰 · 深蓝细分 · 银色克制   |   * 库存会补货+陆续进新品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笔记分布 + 预算(45万/约45篇)</a:t>
            </a:r>
            <a:endParaRPr lang="en-US" sz="2400" dirty="0"/>
          </a:p>
        </p:txBody>
      </p:sp>
      <p:pic>
        <p:nvPicPr>
          <p:cNvPr id="3" name="Image 0" descr="/home/user/-/docs/工作/04-营销推广/代运营-Quality1st/8-10月笔记投放/02-8-10月笔记分布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955280" cy="3291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95360" y="1143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数量估算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95360" y="1554480"/>
          <a:ext cx="3200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1005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0–1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腰部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3–4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~45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8595360" y="457200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总盘≤87万 = 笔记~45万 + 直播/笔直~42万(看直播安排)。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月度排期 · 蓄水→加热→冲刺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471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920240"/>
                <a:gridCol w="6035040"/>
                <a:gridCol w="82296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预算万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重点动作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0E2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蓄水铺量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KOC测评/场景铺量 · 测4种子人群 · 金色+黑银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腰部攻略 · 黑钻旗舰起量 · A选购合集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冲刺+双11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头部/笔直造势 · A攻略+E囤货 · A3蓄水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54406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节奏对齐：11月双11收割 —— 8–10月的种草是为大促蓄水。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653796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430000" y="65379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572000"/>
            <a:ext cx="3474720" cy="347472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 · 合规 · 总结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监控(周报)：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爆文率·笔记数·长尾词搜索排名·A3种草人群·加购收藏·天猫承接。
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功效词走✅/⚠️档；禁美白/去黄/淡痘印/院线级/极限词；禁站外硬导流；背书数据需可证。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一句话：≤87万日元(笔记45万+直播42万)，以差异化「精华·毛孔」内容为双11蓄水收割，全程数据透明、合规可控。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后续：直播盘看排期 · 新品套用现有框架 · 落地派单/选题表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2026-08-04T12:05:33Z</dcterms:created>
  <dcterms:modified xsi:type="dcterms:W3CDTF">2026-08-04T12:05:33Z</dcterms:modified>
</cp:coreProperties>
</file>