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371600"/>
            <a:ext cx="4023360" cy="402336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1945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8–10月 小红书笔记投放方案</a:t>
            </a:r>
            <a:endParaRPr lang="en-US" sz="3700" dirty="0"/>
          </a:p>
        </p:txBody>
      </p:sp>
      <p:sp>
        <p:nvSpPr>
          <p:cNvPr id="4" name="Text 2"/>
          <p:cNvSpPr/>
          <p:nvPr/>
        </p:nvSpPr>
        <p:spPr>
          <a:xfrm>
            <a:off x="658368" y="31546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7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为双11蓄水 · 基于真实数据的六维策略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58368" y="3840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DERMA LASER · 代运营   |   2026-07-31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执行摘要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≤87万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日元·3个月总盘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337560" y="10515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~45万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337560" y="1691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笔记种草(约45篇)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17920" y="10515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~42万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217920" y="1691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直播/笔直合作(预留)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098280" y="10515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5款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098280" y="1691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DL系列面膜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468880"/>
            <a:ext cx="112471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人群：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女性90%+、25–49主力、高消费(L5+L4=71%)、一二线；小红书已购偏资深中产女性/家庭主妇。
</a:t>
            </a:r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竞品：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lululun占「平价·补水·药妆店」，靠国内博主+多图选购攻略吃搜索(攻略均互动1520≈6倍)。
</a:t>
            </a:r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打法：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我们差异化打「高浓度VC精华·提亮·毛孔·进阶功效」，8–10月KOC铺量+腰部攻略+头部造势，为双11蓄水。
</a:t>
            </a:r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合规：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功效词分✅/⚠️/❌三档，禁美白/去黄/淡痘印/院线级/极限词与站外硬导流。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  |  8–10月小红书笔记投放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人群画像 · 真实后台数据</a:t>
            </a:r>
            <a:endParaRPr lang="en-US" sz="2300" dirty="0"/>
          </a:p>
        </p:txBody>
      </p:sp>
      <p:pic>
        <p:nvPicPr>
          <p:cNvPr id="3" name="Image 0" descr="/home/user/-/docs/工作/04-营销推广/代运营-Quality1st/8-10月笔记投放/03-人群画像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11247120" cy="5120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要点：核心付费盘=一二线·25–49·高消费女性；小红书已购偏35–50资深中产/家庭主妇(n=29样本小仅作信号)。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45720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  |  8–10月小红书笔记投放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测人群 · 4组种子人群</a:t>
            </a:r>
            <a:endParaRPr lang="en-US" sz="2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657600"/>
                <a:gridCol w="3017520"/>
                <a:gridCol w="3291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优先级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种子人群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数据依据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内容/卖点方向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25–34 都市职场女性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天猫年龄主力·高L5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提亮/补水/熬夜急救/妆前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35–49 资深中产女性·家庭主妇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小红书已购主力·天猫30–49高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品质护理/维稳/抗初老感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成分党·高学历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本科及以上81%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成分(VC/烟酰胺)/真人测评/对比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学生·年轻党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天猫学生11%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平价日常补水(看定价再测)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投放：P1两组重点先跑数据；P2成分党贯穿；P3看定价再决定。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  |  8–10月小红书笔记投放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竞品 lululun · 打法规律(样本87篇)</a:t>
            </a:r>
            <a:endParaRPr lang="en-US" sz="2300" dirty="0"/>
          </a:p>
        </p:txBody>
      </p:sp>
      <p:pic>
        <p:nvPicPr>
          <p:cNvPr id="3" name="Image 0" descr="/home/user/-/docs/工作/04-营销推广/代运营-Quality1st/8-10月笔记投放/01-lululun打法规律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8503920" cy="3566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0" y="1280160"/>
            <a:ext cx="27432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选购攻略=爆文引擎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均互动1520≈6倍
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7张+多图碾压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895 vs 1张22
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视频=投放洼地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824&gt;241,仅5篇
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声量在国内博主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312 vs 日本IP 77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45720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  |  8–10月小红书笔记投放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lululun · 关键词与爆文</a:t>
            </a:r>
            <a:endParaRPr lang="en-US" sz="2300" dirty="0"/>
          </a:p>
        </p:txBody>
      </p:sp>
      <p:pic>
        <p:nvPicPr>
          <p:cNvPr id="3" name="Image 0" descr="/home/user/-/docs/工作/04-营销推广/代运营-Quality1st/8-10月笔记投放/04-lululun话题词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6675120" cy="2560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爆文Top5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417320"/>
          <a:ext cx="438912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8229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标题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互动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日本药妆店平价面膜lululun怎么选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6745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爆买8w｜平价面膜(视频)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3145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不同肤质怎么选lululun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2382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回购N次平价面膜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2064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这个店才是最便宜的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1264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启示：功效词重「补水保湿」→ 我们切「提亮/毛孔」；长尾金矿=怎么选/不踩雷/按肤质选。</a:t>
            </a:r>
            <a:endParaRPr lang="en-US" sz="1250" dirty="0"/>
          </a:p>
        </p:txBody>
      </p:sp>
      <p:sp>
        <p:nvSpPr>
          <p:cNvPr id="7" name="Text 3"/>
          <p:cNvSpPr/>
          <p:nvPr/>
        </p:nvSpPr>
        <p:spPr>
          <a:xfrm>
            <a:off x="45720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  |  8–10月小红书笔记投放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差异化定位 + 笔记类型配比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差异化：</a:t>
            </a:r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lululun占「平价补水」；我们打「高浓度VC精华·提亮·毛孔·进阶功效」(精华级·值得囤)。  </a:t>
            </a:r>
            <a:pPr indent="0" marL="0">
              <a:buNone/>
            </a:pPr>
            <a:r>
              <a:rPr lang="en-US" sz="135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爆文公式：</a:t>
            </a:r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🇯🇵日本+怎么选/不踩雷+7图合集+按肤质分类+真人口吻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2194560"/>
                <a:gridCol w="5669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内容类型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篇数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达人层级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B·测评/回购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KOC/尾部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真人体感·信任·铺量主力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C·场景种草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KOC/腰部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熬夜/妆前/换季·含视频(洼地)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A·选购攻略/合集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腰部/头部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爆文引擎·7+图·按肤质选·植入我们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D·开箱vlog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KOC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日本好物/药妆店场景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E·比价/囤货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KOC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组合装直播价·囤货划算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  |  8–10月小红书笔记投放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关键词库 · 功效词合规三档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291840"/>
                <a:gridCol w="42062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可用(安全)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⚠️ 软化后可用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禁用(违规/需特证)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补水·保湿·服帖·不闷肤·成分名(VC/烟酰胺/神经酰胺)·3分钟·妆前·清爽·细腻·哑光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提亮·细致毛孔(替收缩)·改善暗沉感·控油·透亮·匀净肤色感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美白·焕白·去黄·亮白·淡斑·淡痘印·抑黑/阻断黑色素·祛痘·修复受损·修护屏障·促胶原·抗老·院线级·断货王·销量NO.1·3亿枚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9768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品牌词：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皇后的秘密·Quality 1st·DERMA LASER·黑钻VC100    </a:t>
            </a:r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品类词：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日本面膜·VC面膜·精华面膜·贴片面膜
</a:t>
            </a:r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长尾金矿：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日本面膜怎么选·面膜不踩雷·VC面膜怎么选·油皮/敏感肌面膜推荐·神经酰胺面膜·面膜按肤质选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  |  8–10月小红书笔记投放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SPU 设定 + 定价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926080"/>
                <a:gridCol w="822960"/>
                <a:gridCol w="1005840"/>
                <a:gridCol w="1554480"/>
                <a:gridCol w="914400"/>
                <a:gridCol w="28346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颜色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官方名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日常价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直播价(2/6袋)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库存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差异定位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高浓度VC精华面膜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 / 40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提亮补水·走量爆款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黑钻VC100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黑钻VC100细毛孔面膜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 / 55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黑头净孔·差异化旗舰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黑银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淡纹收毛孔水光肌面膜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 / 55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水光·细毛孔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深蓝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神经酰胺修护保湿面膜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 / 40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维稳补水·换季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银色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高浓度VC速效面膜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 / 40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提亮(⚠️美白慎)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主推：金色+黑银走量 · 黑钻VC100内容旗舰 · 深蓝细分 · 银色克制   |   * 库存会补货+陆续进新品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45720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  |  8–10月小红书笔记投放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笔记分布 + 预算(45万/约45篇)</a:t>
            </a:r>
            <a:endParaRPr lang="en-US" sz="2300" dirty="0"/>
          </a:p>
        </p:txBody>
      </p:sp>
      <p:pic>
        <p:nvPicPr>
          <p:cNvPr id="3" name="Image 0" descr="/home/user/-/docs/工作/04-营销推广/代运营-Quality1st/8-10月笔记投放/02-8-10月笔记分布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1560"/>
            <a:ext cx="7315200" cy="3017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55280" y="10515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数量估算(报价待校准)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1417320"/>
          <a:ext cx="39319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1887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预算万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头部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0–1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腰部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3–4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KOC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~40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~45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7955280" y="352044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总盘≤87万 = 笔记~45万 + 直播/笔直合作~42万(看直播安排)。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  |  8–10月小红书笔记投放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月度排期 · 蓄水→加热→冲刺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828800"/>
                <a:gridCol w="576072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笔记预算万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重点动作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蓄水铺量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KOC测评/场景铺量·测4种子人群·金色+黑银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加热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腰部攻略·黑钻旗舰起量·A选购合集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冲刺+双11蓄水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头部/笔直合作造势·A攻略+E囤货·A3蓄水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108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节奏对齐：11月双11收割 —— 8–10月的种草是为大促蓄水。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  |  8–10月小红书笔记投放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4572000"/>
            <a:ext cx="3474720" cy="347472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监控 · 合规 · 总结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C7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监控(周报)：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爆文率·笔记数·长尾词搜索排名·A3种草人群·加购收藏·天猫承接。
</a:t>
            </a:r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C7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合规红线：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功效词走✅/⚠️档；禁美白/去黄/淡痘印/院线级/极限词；禁站外硬导流；背书数据需可证。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3832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一句话：≤87万日元(笔记45万+直播42万)，以差异化「精华·毛孔」内容为双11蓄水收割，全程数据透明、合规可控。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5852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后续：直播盘看排期 · 新品套用现有框架 · 落地派单/选题表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2026-08-04T05:24:49Z</dcterms:created>
  <dcterms:modified xsi:type="dcterms:W3CDTF">2026-08-04T05:24:49Z</dcterms:modified>
</cp:coreProperties>
</file>