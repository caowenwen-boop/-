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023360" cy="40233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内容差异化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与日本线下药妆店内容拉开的 10 个差异点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他们种「想要」的草，我们种「适合我 + 买得到」的草   |   Quality 1st 代运营 · 2026-07-31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 · 一个核心逻辑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2F3F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344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
</a:t>
            </a:r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这东西在日本很火、值得买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BEEF1"/>
          </a:solidFill>
          <a:ln w="12700">
            <a:solidFill>
              <a:srgbClr val="B012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2344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中国小红书(我们)
</a:t>
            </a:r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它能解决你的肤况，而且本土就能买正品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切入点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解决肤况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88920" y="283464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心智定位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精华级功效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0" y="283464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人群视角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护肤人诉求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69480" y="283464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本土场景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熬夜/换季/妆前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509760" y="283464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卖点深度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0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成分+技术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7548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内容形式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349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测评/科普/routine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88920" y="45720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47548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情绪动机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80360" y="5349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变好/自我关照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0" y="45720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47548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购买路径★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5349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天猫买正品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269480" y="45720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47548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搜索关键词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5349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功效/肤质/场景词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509760" y="45720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47548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产品呈现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0" y="5349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聚焦旗舰+分肤况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85800" cy="6858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日本线下药妆店 · 他们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在哪买、多少钱、日本必买清单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BEEF1"/>
          </a:solidFill>
          <a:ln w="1905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我们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解决什么肤况：毛孔 / 暗沉 / 熬夜 / 干敏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选题示范：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「毛孔黑头总反复？黑钻VC面膜我的用法分享」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</a:t>
            </a:r>
            <a:pPr indent="0" marL="0">
              <a:buNone/>
            </a:pPr>
            <a:r>
              <a:rPr lang="en-US" sz="16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从「好物」到「解决方案」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85800" cy="6858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心智定位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日本线下药妆店 · 他们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平价好物、药妆店热销、旅游纪念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BEEF1"/>
          </a:solidFill>
          <a:ln w="1905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我们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精华级功效护肤、进阶、值得日常长期用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选题示范：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「当日常精华护理，而不是旅游随手买的平价片」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</a:t>
            </a:r>
            <a:pPr indent="0" marL="0">
              <a:buNone/>
            </a:pPr>
            <a:r>
              <a:rPr lang="en-US" sz="16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升级心智 = 升级客单与复购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85800" cy="6858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人群视角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日本线下药妆店 · 他们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 / 代购 / 囤货党 / 薅羊毛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BEEF1"/>
          </a:solidFill>
          <a:ln w="1905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我们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有具体诉求的护肤人：职场女性 / 资深中产 / 成分党 / 敏感肌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选题示范：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「30+熬夜党·资深护肤党的面膜清单」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</a:t>
            </a:r>
            <a:pPr indent="0" marL="0">
              <a:buNone/>
            </a:pPr>
            <a:r>
              <a:rPr lang="en-US" sz="16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对「人」说话，不对「货」说话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85800" cy="6858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本土场景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日本线下药妆店 · 他们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在日本药妆店 / 机场 / 旅行购物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BEEF1"/>
          </a:solidFill>
          <a:ln w="1905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我们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中国真实场景：熬夜后 / 见客户前 / 换季 / 通勤 / 妆前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选题示范：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「见客户前3分钟急救 · 空调房换季维稳」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</a:t>
            </a:r>
            <a:pPr indent="0" marL="0">
              <a:buNone/>
            </a:pPr>
            <a:r>
              <a:rPr lang="en-US" sz="16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本土场景 = 代入感 = 转化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85800" cy="6858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卖点深度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日本线下药妆店 · 他们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便宜、日本买得到、包装可爱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BEEF1"/>
          </a:solidFill>
          <a:ln w="1905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我们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成分+技术+肤感：4重VC / 10%烟酰胺 / 神经酰胺 / 纳米微囊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选题示范：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「为什么这配方能提亮细毛孔·成分拆解」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</a:t>
            </a:r>
            <a:pPr indent="0" marL="0">
              <a:buNone/>
            </a:pPr>
            <a:r>
              <a:rPr lang="en-US" sz="16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专业深度 = 信任壁垒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85800" cy="6858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内容形式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日本线下药妆店 · 他们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购物vlog / 开箱 / 货架随拍 / 比价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BEEF1"/>
          </a:solidFill>
          <a:ln w="1905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我们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肤况测评 / 成分科普 / 护肤routine / 真人体感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选题示范：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「一周实测 · 黑钻VC面膜肤感记录」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</a:t>
            </a:r>
            <a:pPr indent="0" marL="0">
              <a:buNone/>
            </a:pPr>
            <a:r>
              <a:rPr lang="en-US" sz="16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形式服务于「护肤价值」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85800" cy="6858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情绪动机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日本线下药妆店 · 他们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省钱、囤货爽、跟风买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BEEF1"/>
          </a:solidFill>
          <a:ln w="1905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我们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变好 / 自我关照 / 精致护肤 / 解决焦虑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选题示范：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「熬夜加班也要对自己好一点·3分钟护理」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</a:t>
            </a:r>
            <a:pPr indent="0" marL="0">
              <a:buNone/>
            </a:pPr>
            <a:r>
              <a:rPr lang="en-US" sz="16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情绪驱动收藏与认同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85800" cy="6858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购买路径 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日本线下药妆店 · 他们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要飞日本 / 找代购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BEEF1"/>
          </a:solidFill>
          <a:ln w="1905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我们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天猫就能买正品 + 售后（本土可得）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选题示范：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「不用飞日本代购·天猫旗舰店同款正品」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</a:t>
            </a:r>
            <a:pPr indent="0" marL="0">
              <a:buNone/>
            </a:pPr>
            <a:r>
              <a:rPr lang="en-US" sz="16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接住别人种的草，本土收割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85800" cy="6858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搜索关键词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日本线下药妆店 · 他们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日本药妆店 / 日本必买 / 日本代购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BEEF1"/>
          </a:solidFill>
          <a:ln w="1905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我们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功效+肤质+场景词：毛孔/熬夜/敏感肌面膜怎么选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选题示范：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标题埋「油皮面膜推荐 / 熬夜面膜怎么选」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</a:t>
            </a:r>
            <a:pPr indent="0" marL="0">
              <a:buNone/>
            </a:pPr>
            <a:r>
              <a:rPr lang="en-US" sz="16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吃本土功效搜索流量（AEO）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85800" cy="685800"/>
          </a:xfrm>
          <a:prstGeom prst="ellipse">
            <a:avLst/>
          </a:prstGeom>
          <a:solidFill>
            <a:srgbClr val="B01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产品呈现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日本线下药妆店 · 他们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全系列平价铺、多SKU货架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BEEF1"/>
          </a:solidFill>
          <a:ln w="1905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 · 我们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聚焦差异化旗舰 + 按肤况分款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F3E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选题示范：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「按肤质对号：油皮黑钻 / 干敏深蓝 / 暗沉金色」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</a:t>
            </a:r>
            <a:pPr indent="0" marL="0">
              <a:buNone/>
            </a:pPr>
            <a:r>
              <a:rPr lang="en-US" sz="1600" i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聚焦差异化款，避免同质化铺货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· 最值得先打的 3 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BEEF1"/>
          </a:solidFill>
          <a:ln w="12700">
            <a:solidFill>
              <a:srgbClr val="B01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购买路径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023360" y="1417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日本越火，越多人「想买但要飞日本/找代购」→ 我们接住：同款正品天猫可得+售后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BEEF1"/>
          </a:solidFill>
          <a:ln w="12700">
            <a:solidFill>
              <a:srgbClr val="B012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175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01+05 肤况+成分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023360" y="3017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日本内容不讲「你该用哪款、成分为什么好」→ 我们用「按肤况选+成分逻辑」建专业差异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BEEF1"/>
          </a:solidFill>
          <a:ln w="12700">
            <a:solidFill>
              <a:srgbClr val="B01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17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本土场景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023360" y="4617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把「在日本买」换成熬夜脸/空调房干燥/换季敏感/妆前卡粉等本土痛点，代入感强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572000"/>
            <a:ext cx="3474720" cy="34747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日本线下解决「这东西在日本很火、值得买」；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我们中国解决「它能解决你的肤况、而且本土就能买正品」。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他们种「想要」的草，我们种「适合我 + 买得到」的草。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中国小红书内容差异化 · 10个差异点  |  Quality 1st 代运营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2026-08-04T13:01:49Z</dcterms:created>
  <dcterms:modified xsi:type="dcterms:W3CDTF">2026-08-04T13:01:49Z</dcterms:modified>
</cp:coreProperties>
</file>